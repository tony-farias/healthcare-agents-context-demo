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HANDS-ON MLflow TRACE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789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AF7F2"/>
                </a:solidFill>
                <a:latin typeface="DM Sans"/>
              </a:rPr>
              <a:t>Combined Lab:</a:t>
            </a:r>
            <a:br/>
            <a:r>
              <a:t>Diagnose and Tune a Healthcare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2004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D0D0D0"/>
                </a:solidFill>
                <a:latin typeface="DM Sans"/>
              </a:rPr>
              <a:t>Find synthetic PHI, context confusion, and tool clash—then prove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840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9494"/>
                </a:solidFill>
                <a:latin typeface="DM Sans"/>
              </a:rPr>
              <a:t>27 minutes  •  Deterministic by default  •  Fictional workshop data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COMBINED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Your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Determine where synthetic PHI first enters the agent and where it crosses protected boundaries.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Explain why retrieval underperforms and why the ambiguous router selects the patient-record tool.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Apply five controlled context remediations without training or replacing the model.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Compare two real nested MLflow traces and prove the system changed—not merely the wording of one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BROKEN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One task, three competing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AF7F2"/>
                </a:solidFill>
                <a:latin typeface="DM Sans"/>
              </a:rPr>
              <a:t>“What follow-up care is needed after discharge for this patient?”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520440" cy="201168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3317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CP-104 ·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43200"/>
            <a:ext cx="3063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Cardiology Discharge Policy</a:t>
            </a:r>
            <a:br/>
            <a:r>
              <a:t>Follow-up within 7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2148840"/>
            <a:ext cx="3520440" cy="201168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3317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CM-220 ·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743200"/>
            <a:ext cx="3063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Care Management Standard</a:t>
            </a:r>
            <a:br/>
            <a:r>
              <a:t>Follow-up within 30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148840"/>
            <a:ext cx="3520440" cy="201168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23317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PATIENT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743200"/>
            <a:ext cx="3063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Ambiguous router output</a:t>
            </a:r>
            <a:br/>
            <a:r>
              <a:t>Follow-up within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5F46"/>
                </a:solidFill>
                <a:latin typeface="DM Sans"/>
              </a:rPr>
              <a:t>No retrieved precedence rule identifies the controlling policy.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This is context confusion—not a knowledge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The model receives mutually inconsistent authoritative evidence, plus a tool output reinforcing 30 days.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The broken prompt correctly prevents outside clinical knowledge from silently breaking the tie.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A plausible answer cannot repair missing policy hierarchy or metadata upstream.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The safe behavior is to expose the unresolved conflict and fix the context before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TRACE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Follow the first bad span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RETRIEVE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mixed policies</a:t>
            </a:r>
            <a:br/>
            <a:r>
              <a:t>+ patient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unsafe context</a:t>
            </a:r>
            <a:br/>
            <a:r>
              <a:t>passes 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overlapping tools</a:t>
            </a:r>
            <a:br/>
            <a:r>
              <a:t>patient tool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7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PHI + conflict</a:t>
            </a:r>
            <a:br/>
            <a:r>
              <a:t>reach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raw transcript</a:t>
            </a:r>
            <a:br/>
            <a:r>
              <a:t>is persisted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AF7F2"/>
                </a:solidFill>
                <a:latin typeface="DM Sans"/>
              </a:rPr>
              <a:t>Intervene at the earliest safe boundary—not only at final-answer rendering.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The broken run makes the defects observable</a:t>
            </a:r>
          </a:p>
        </p:txBody>
      </p:sp>
      <p:pic>
        <p:nvPicPr>
          <p:cNvPr id="4" name="Picture 3" descr="02_broken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9888"/>
            <a:ext cx="10808208" cy="4864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" y="630021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9494"/>
                </a:solidFill>
                <a:latin typeface="DM Sans"/>
              </a:rPr>
              <a:t>Deterministic run: 4 synthetic-PHI locations; selected tool: get_patient_summary.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REMEDIATION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Five settings change the context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520440" cy="16916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JUST-IN-TIME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Task-specific retrieval timing is explicit in the trace.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17320"/>
            <a:ext cx="3520440" cy="16916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6002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SMALL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011680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Only approved policy chunks; exclude patient note and giant mixed chunk.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417320"/>
            <a:ext cx="3520440" cy="16916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6002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DROP + REDACT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011680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Unsafe documents are removed and synthetic PHI is redacted before inference.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74720"/>
            <a:ext cx="3520440" cy="16916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576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PROGRESSIVE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69080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Expose only search_clinical_policy for this policy-only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474720"/>
            <a:ext cx="3520440" cy="16916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36576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SAFE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069080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Persist an allowlisted, de-identified summary—not the raw transcript.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WHAT IS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Same agent workflow, safer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run_agent executes root agent, retriever, guard, router, tool, model, and memory functions instrumented with mlflow.trace.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Embedded documents, tools, and synthetic values are controlled fixtures—not production Vector Search, EHR, or MCP integrations.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LIVE_MODEL=True calls databricks-claude-sonnet-4-5 with deterministic fallback; False simulates only the generated answer.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ScenarioConfig.fixed() activates safer branches; it does not train or repair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The fixed run removes ambiguity before inference</a:t>
            </a:r>
          </a:p>
        </p:txBody>
      </p:sp>
      <p:pic>
        <p:nvPicPr>
          <p:cNvPr id="4" name="Picture 3" descr="0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9888"/>
            <a:ext cx="10808208" cy="4864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" y="630021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9494"/>
                </a:solidFill>
                <a:latin typeface="DM Sans"/>
              </a:rPr>
              <a:t>Fixed run: 0 synthetic-PHI locations; selected tool: search_clinical_policy.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BEFORE →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Compare evidence, not impressions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106527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46120"/>
                <a:gridCol w="3566160"/>
              </a:tblGrid>
              <a:tr h="7391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BROKEN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FIXED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PHI locations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Selected tool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get_patient_summary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search_clinical_policy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Retrieved chunks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Model context characters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1041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Safe memory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Exit check: prove each boundary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0D0D0"/>
                </a:solidFill>
                <a:latin typeface="DM Sans"/>
              </a:defRPr>
            </a:pPr>
            <a:r>
              <a:t>•  retrieve_context no longer returns the patient record or giant mixed chunk.</a:t>
            </a:r>
          </a:p>
          <a:p>
            <a:pPr>
              <a:spcAft>
                <a:spcPts val="1200"/>
              </a:spcAft>
              <a:defRPr sz="1900">
                <a:solidFill>
                  <a:srgbClr val="D0D0D0"/>
                </a:solidFill>
                <a:latin typeface="DM Sans"/>
              </a:defRPr>
            </a:pPr>
            <a:r>
              <a:t>•  context_guard reports drop_and_redact with low PHI risk.</a:t>
            </a:r>
          </a:p>
          <a:p>
            <a:pPr>
              <a:spcAft>
                <a:spcPts val="1200"/>
              </a:spcAft>
              <a:defRPr sz="1900">
                <a:solidFill>
                  <a:srgbClr val="D0D0D0"/>
                </a:solidFill>
                <a:latin typeface="DM Sans"/>
              </a:defRPr>
            </a:pPr>
            <a:r>
              <a:t>•  tool_router exposes only the policy-search tool for this intent.</a:t>
            </a:r>
          </a:p>
          <a:p>
            <a:pPr>
              <a:spcAft>
                <a:spcPts val="1200"/>
              </a:spcAft>
              <a:defRPr sz="1900">
                <a:solidFill>
                  <a:srgbClr val="D0D0D0"/>
                </a:solidFill>
                <a:latin typeface="DM Sans"/>
              </a:defRPr>
            </a:pPr>
            <a:r>
              <a:t>•  model receives concise, de-identified, non-conflicting context.</a:t>
            </a:r>
          </a:p>
          <a:p>
            <a:pPr>
              <a:spcAft>
                <a:spcPts val="1200"/>
              </a:spcAft>
              <a:defRPr sz="1900">
                <a:solidFill>
                  <a:srgbClr val="D0D0D0"/>
                </a:solidFill>
                <a:latin typeface="DM Sans"/>
              </a:defRPr>
            </a:pPr>
            <a:r>
              <a:t>•  memory_write stores an allowlisted summary rather than the raw transcript.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THE DURABLE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698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AF7F2"/>
                </a:solidFill>
                <a:latin typeface="DM Sans"/>
              </a:rPr>
              <a:t>Find the first bad context boundary.</a:t>
            </a:r>
            <a:br/>
            <a:r>
              <a:t>Fix it before inference.</a:t>
            </a:r>
            <a:br/>
            <a:r>
              <a:t>Prove it in the trace.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9494"/>
                </a:solidFill>
                <a:latin typeface="DM Sans"/>
              </a:rPr>
              <a:t>/Shared/context-engineering-healthcare-agents/notebooks/02_Combined_Lab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